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6" r:id="rId8"/>
    <p:sldId id="261" r:id="rId9"/>
    <p:sldId id="262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2733"/>
            <a:ext cx="9144000" cy="2387600"/>
          </a:xfrm>
        </p:spPr>
        <p:txBody>
          <a:bodyPr>
            <a:normAutofit fontScale="90000"/>
          </a:bodyPr>
          <a:p>
            <a:r>
              <a:rPr lang="en-US"/>
              <a:t>Precise Africa Breast(ABREAST) Ultrasound And Classfication Challenge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17850"/>
            <a:ext cx="9144000" cy="2400935"/>
          </a:xfrm>
        </p:spPr>
        <p:txBody>
          <a:bodyPr>
            <a:normAutofit lnSpcReduction="10000"/>
          </a:bodyPr>
          <a:p>
            <a:r>
              <a:rPr lang="en-US" sz="5400"/>
              <a:t>Team Tena, Ethiopia</a:t>
            </a:r>
            <a:endParaRPr lang="en-US" sz="5400"/>
          </a:p>
          <a:p>
            <a:endParaRPr lang="en-US" sz="5400"/>
          </a:p>
          <a:p>
            <a:r>
              <a:rPr lang="en-US" sz="4400"/>
              <a:t>Sep1,2025</a:t>
            </a:r>
            <a:endParaRPr 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Breast cancer is the most commonly diagnosed cancer among women worldwide, affecting millions each year.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Early detection is challenging due to subtle lesions and the difficulty in distinguishing benign, malignant, or abnormal tissue—making precise segmentation and classification essential.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Breast cancer diagnosis needs both tumor segmentation &amp; classification.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Dataset and preprocessing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670"/>
            <a:ext cx="10515600" cy="4351338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Used the  competition dataset, did manual augmentation.</a:t>
            </a:r>
            <a:endParaRPr lang="en-US" altLang="en-US"/>
          </a:p>
          <a:p>
            <a:r>
              <a:rPr lang="en-US" altLang="en-US"/>
              <a:t> Augment dataset from BUSI source.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trained a segmentation + classification model.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split training into train/val since competition didn’t provide masks for test.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825" y="238760"/>
            <a:ext cx="12161520" cy="6440805"/>
          </a:xfrm>
        </p:spPr>
        <p:txBody>
          <a:bodyPr/>
          <a:p>
            <a:pPr marL="0" indent="0">
              <a:buNone/>
            </a:pPr>
            <a:r>
              <a:rPr lang="en-US"/>
              <a:t>Multitask UNet Architecture</a:t>
            </a:r>
            <a:endParaRPr lang="en-US"/>
          </a:p>
        </p:txBody>
      </p:sp>
      <p:pic>
        <p:nvPicPr>
          <p:cNvPr id="4" name="Picture 3" descr="PEAC model 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15" y="941070"/>
            <a:ext cx="9716770" cy="5739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Metrics for segmntation</a:t>
            </a:r>
            <a:endParaRPr lang="en-US"/>
          </a:p>
        </p:txBody>
      </p:sp>
      <p:pic>
        <p:nvPicPr>
          <p:cNvPr id="5" name="Picture 4" descr="dicegra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1280160"/>
            <a:ext cx="5605145" cy="4297680"/>
          </a:xfrm>
          <a:prstGeom prst="rect">
            <a:avLst/>
          </a:prstGeom>
        </p:spPr>
      </p:pic>
      <p:pic>
        <p:nvPicPr>
          <p:cNvPr id="7" name="Picture 6" descr="IOUGra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15" y="1420495"/>
            <a:ext cx="5687695" cy="4297680"/>
          </a:xfrm>
          <a:prstGeom prst="rect">
            <a:avLst/>
          </a:prstGeom>
        </p:spPr>
      </p:pic>
      <p:graphicFrame>
        <p:nvGraphicFramePr>
          <p:cNvPr id="9" name="Table 8"/>
          <p:cNvGraphicFramePr/>
          <p:nvPr>
            <p:custDataLst>
              <p:tags r:id="rId3"/>
            </p:custDataLst>
          </p:nvPr>
        </p:nvGraphicFramePr>
        <p:xfrm>
          <a:off x="603250" y="5866765"/>
          <a:ext cx="5200650" cy="38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650"/>
              </a:tblGrid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improvement trend (from ~0.28 Dice → ~0.78 Dice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AUC  </a:t>
            </a:r>
            <a:r>
              <a:rPr lang="en-US">
                <a:sym typeface="+mn-ea"/>
              </a:rPr>
              <a:t>For  Classification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idx="1"/>
            <p:custDataLst>
              <p:tags r:id="rId1"/>
            </p:custDataLst>
          </p:nvPr>
        </p:nvGraphicFramePr>
        <p:xfrm>
          <a:off x="1019175" y="6297295"/>
          <a:ext cx="2701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92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AUC ~0.79 → ~0.97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AUCgra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1691005"/>
            <a:ext cx="576961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Segmenting Breast Lesions</a:t>
            </a:r>
            <a:endParaRPr lang="en-US" altLang="en-US"/>
          </a:p>
        </p:txBody>
      </p:sp>
      <p:pic>
        <p:nvPicPr>
          <p:cNvPr id="5" name="Content Placeholder 4" descr="benign infere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7500" y="1971040"/>
            <a:ext cx="9015730" cy="4060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CONT...</a:t>
            </a:r>
            <a:endParaRPr lang="en-US"/>
          </a:p>
        </p:txBody>
      </p:sp>
      <p:pic>
        <p:nvPicPr>
          <p:cNvPr id="6" name="Content Placeholder 5" descr="normalinfere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7500" y="2652395"/>
            <a:ext cx="901573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56950" cy="4793615"/>
          </a:xfrm>
        </p:spPr>
        <p:txBody>
          <a:bodyPr/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malignantinfer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345" y="2223135"/>
            <a:ext cx="9116695" cy="2990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7200" b="1"/>
              <a:t>         Thankyou</a:t>
            </a:r>
            <a:endParaRPr lang="en-US" sz="7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9*30"/>
  <p:tag name="TABLE_ENDDRAG_RECT" val="47*461*409*30"/>
</p:tagLst>
</file>

<file path=ppt/tags/tag2.xml><?xml version="1.0" encoding="utf-8"?>
<p:tagLst xmlns:p="http://schemas.openxmlformats.org/presentationml/2006/main">
  <p:tag name="TABLE_ENDDRAG_ORIGIN_RECT" val="212*28"/>
  <p:tag name="TABLE_ENDDRAG_RECT" val="80*495*212*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Presentation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Dell</cp:lastModifiedBy>
  <cp:revision>4</cp:revision>
  <dcterms:created xsi:type="dcterms:W3CDTF">2025-07-23T00:59:00Z</dcterms:created>
  <dcterms:modified xsi:type="dcterms:W3CDTF">2025-09-01T10:02:17Z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DFD9DFC74C4B408297A431C8152CBCBE_13</vt:lpwstr>
  </property>
  <property fmtid="{D5CDD505-2E9C-101B-9397-08002B2CF9AE}" pid="3" name="KSOProductBuildVer">
    <vt:lpwstr>1033-12.2.0.22549</vt:lpwstr>
  </property>
</Properties>
</file>